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4" r:id="rId9"/>
    <p:sldId id="265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EEED1-EEBC-47A8-A19D-B4FC3B0A6B29}" v="141" dt="2026-04-30T09:00:06.043"/>
    <p1510:client id="{69C2E41A-02C9-4662-9E81-EA3E2521B41D}" v="324" dt="2026-04-30T08:44:59.907"/>
    <p1510:client id="{6DCBA53C-8205-4226-86FF-8D349472D8D5}" v="785" dt="2026-04-28T17:40:56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03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0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925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246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08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71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9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786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593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261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2717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817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538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4298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040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09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320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13152"/>
          </a:xfrm>
        </p:spPr>
        <p:txBody>
          <a:bodyPr>
            <a:normAutofit/>
          </a:bodyPr>
          <a:lstStyle/>
          <a:p>
            <a:r>
              <a:rPr lang="en-GB" sz="5400">
                <a:latin typeface="Times New Roman"/>
                <a:ea typeface="Batang"/>
                <a:cs typeface="Times New Roman"/>
              </a:rPr>
              <a:t>Railway Reservation System</a:t>
            </a:r>
            <a:endParaRPr lang="en-GB" sz="5400" dirty="0">
              <a:latin typeface="Times New Roman"/>
              <a:ea typeface="Batang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3011250"/>
            <a:ext cx="8825658" cy="2627550"/>
          </a:xfrm>
        </p:spPr>
        <p:txBody>
          <a:bodyPr>
            <a:normAutofit/>
          </a:bodyPr>
          <a:lstStyle/>
          <a:p>
            <a:r>
              <a:rPr lang="en-GB" sz="2400" u="sng" dirty="0">
                <a:latin typeface="Times New Roman"/>
                <a:ea typeface="Calibri"/>
                <a:cs typeface="Times New Roman"/>
              </a:rPr>
              <a:t>                                      </a:t>
            </a:r>
            <a:r>
              <a:rPr lang="en-GB" sz="2400">
                <a:latin typeface="Times New Roman"/>
                <a:ea typeface="Calibri"/>
                <a:cs typeface="Times New Roman"/>
              </a:rPr>
              <a:t>TEAM MEMBERS</a:t>
            </a:r>
            <a:r>
              <a:rPr lang="en-GB" sz="2400" dirty="0">
                <a:latin typeface="Times New Roman"/>
                <a:ea typeface="Calibri"/>
                <a:cs typeface="Times New Roman"/>
              </a:rPr>
              <a:t>                        </a:t>
            </a:r>
          </a:p>
          <a:p>
            <a:r>
              <a:rPr lang="en-GB" sz="2400" dirty="0">
                <a:latin typeface="Times New Roman"/>
                <a:ea typeface="Calibri"/>
                <a:cs typeface="Times New Roman"/>
              </a:rPr>
              <a:t>                  </a:t>
            </a:r>
            <a:r>
              <a:rPr lang="en-GB" sz="1800" dirty="0">
                <a:latin typeface="Times New Roman"/>
                <a:ea typeface="Calibri"/>
                <a:cs typeface="Times New Roman"/>
              </a:rPr>
              <a:t>A25126510016   -  </a:t>
            </a:r>
            <a:r>
              <a:rPr lang="en-GB" sz="1800" dirty="0" err="1">
                <a:latin typeface="Times New Roman"/>
                <a:ea typeface="Calibri"/>
                <a:cs typeface="Times New Roman"/>
              </a:rPr>
              <a:t>gullipalli</a:t>
            </a:r>
            <a:r>
              <a:rPr lang="en-GB" sz="1800" dirty="0">
                <a:latin typeface="Times New Roman"/>
                <a:ea typeface="Calibri"/>
                <a:cs typeface="Times New Roman"/>
              </a:rPr>
              <a:t>  </a:t>
            </a:r>
            <a:r>
              <a:rPr lang="en-GB" sz="1800" dirty="0" err="1">
                <a:latin typeface="Times New Roman"/>
                <a:ea typeface="Calibri"/>
                <a:cs typeface="Times New Roman"/>
              </a:rPr>
              <a:t>bindu</a:t>
            </a:r>
            <a:r>
              <a:rPr lang="en-GB" sz="1800" dirty="0">
                <a:latin typeface="Times New Roman"/>
                <a:ea typeface="Calibri"/>
                <a:cs typeface="Times New Roman"/>
              </a:rPr>
              <a:t> </a:t>
            </a:r>
            <a:r>
              <a:rPr lang="en-GB" sz="1800" dirty="0" err="1">
                <a:latin typeface="Times New Roman"/>
                <a:ea typeface="Calibri"/>
                <a:cs typeface="Times New Roman"/>
              </a:rPr>
              <a:t>shalini</a:t>
            </a:r>
          </a:p>
          <a:p>
            <a:r>
              <a:rPr lang="en-GB" sz="1800" dirty="0">
                <a:latin typeface="Times New Roman"/>
                <a:ea typeface="Calibri"/>
                <a:cs typeface="Times New Roman"/>
              </a:rPr>
              <a:t>                        A25126510026   -  </a:t>
            </a:r>
            <a:r>
              <a:rPr lang="en-GB" sz="1800" dirty="0" err="1">
                <a:latin typeface="Times New Roman"/>
                <a:ea typeface="Calibri"/>
                <a:cs typeface="Times New Roman"/>
              </a:rPr>
              <a:t>kothimera</a:t>
            </a:r>
            <a:r>
              <a:rPr lang="en-GB" sz="1800" dirty="0">
                <a:latin typeface="Times New Roman"/>
                <a:ea typeface="Calibri"/>
                <a:cs typeface="Times New Roman"/>
              </a:rPr>
              <a:t> </a:t>
            </a:r>
            <a:r>
              <a:rPr lang="en-GB" sz="1800" dirty="0" err="1">
                <a:latin typeface="Times New Roman"/>
                <a:ea typeface="Calibri"/>
                <a:cs typeface="Times New Roman"/>
              </a:rPr>
              <a:t>princy</a:t>
            </a:r>
            <a:endParaRPr lang="en-GB" sz="1800" dirty="0">
              <a:latin typeface="Times New Roman"/>
              <a:ea typeface="Calibri"/>
              <a:cs typeface="Times New Roman"/>
            </a:endParaRPr>
          </a:p>
          <a:p>
            <a:r>
              <a:rPr lang="en-GB" sz="1400" dirty="0">
                <a:latin typeface="Times New Roman"/>
                <a:ea typeface="Calibri"/>
                <a:cs typeface="Times New Roman"/>
              </a:rPr>
              <a:t>                               </a:t>
            </a:r>
            <a:r>
              <a:rPr lang="en-GB" sz="1800" dirty="0">
                <a:latin typeface="Times New Roman"/>
                <a:ea typeface="Calibri"/>
                <a:cs typeface="Times New Roman"/>
              </a:rPr>
              <a:t>A25126510028   -  </a:t>
            </a:r>
            <a:r>
              <a:rPr lang="en-GB" sz="1800" dirty="0" err="1">
                <a:latin typeface="Times New Roman"/>
                <a:ea typeface="Calibri"/>
                <a:cs typeface="Times New Roman"/>
              </a:rPr>
              <a:t>metta</a:t>
            </a:r>
            <a:r>
              <a:rPr lang="en-GB" sz="1800" dirty="0">
                <a:latin typeface="Times New Roman"/>
                <a:ea typeface="Calibri"/>
                <a:cs typeface="Times New Roman"/>
              </a:rPr>
              <a:t> </a:t>
            </a:r>
            <a:r>
              <a:rPr lang="en-GB" sz="1800" dirty="0" err="1">
                <a:latin typeface="Times New Roman"/>
                <a:ea typeface="Calibri"/>
                <a:cs typeface="Times New Roman"/>
              </a:rPr>
              <a:t>tejaswini</a:t>
            </a:r>
            <a:endParaRPr lang="en-GB" sz="1800" dirty="0">
              <a:latin typeface="Times New Roman"/>
              <a:ea typeface="Calibri"/>
              <a:cs typeface="Times New Roman"/>
            </a:endParaRPr>
          </a:p>
          <a:p>
            <a:r>
              <a:rPr lang="en-GB" sz="1800" dirty="0">
                <a:latin typeface="Times New Roman"/>
                <a:ea typeface="Calibri"/>
                <a:cs typeface="Times New Roman"/>
              </a:rPr>
              <a:t>                        A25126510046   -  </a:t>
            </a:r>
            <a:r>
              <a:rPr lang="en-GB" sz="1800" dirty="0" err="1">
                <a:latin typeface="Times New Roman"/>
                <a:ea typeface="Calibri"/>
                <a:cs typeface="Times New Roman"/>
              </a:rPr>
              <a:t>reesu</a:t>
            </a:r>
            <a:r>
              <a:rPr lang="en-GB" sz="1800" dirty="0">
                <a:latin typeface="Times New Roman"/>
                <a:ea typeface="Calibri"/>
                <a:cs typeface="Times New Roman"/>
              </a:rPr>
              <a:t> </a:t>
            </a:r>
            <a:r>
              <a:rPr lang="en-GB" sz="1800" dirty="0" err="1">
                <a:latin typeface="Times New Roman"/>
                <a:ea typeface="Calibri"/>
                <a:cs typeface="Times New Roman"/>
              </a:rPr>
              <a:t>lakshmi</a:t>
            </a:r>
            <a:r>
              <a:rPr lang="en-GB" sz="1800" dirty="0">
                <a:latin typeface="Times New Roman"/>
                <a:ea typeface="Calibri"/>
                <a:cs typeface="Times New Roman"/>
              </a:rPr>
              <a:t> </a:t>
            </a:r>
            <a:r>
              <a:rPr lang="en-GB" sz="1800" dirty="0" err="1">
                <a:latin typeface="Times New Roman"/>
                <a:ea typeface="Calibri"/>
                <a:cs typeface="Times New Roman"/>
              </a:rPr>
              <a:t>charishma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E0E35-2D75-57E9-B7D4-DE13C46A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>
                <a:latin typeface="Times New Roman"/>
                <a:cs typeface="Times New Roman"/>
              </a:rPr>
              <a:t>        PROBLEM STATEMENT</a:t>
            </a:r>
            <a:endParaRPr lang="en-GB" sz="4800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EE184-4E46-D585-F08E-96E1060D3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This system simulates railway ticket booking </a:t>
            </a:r>
            <a:r>
              <a:rPr lang="en-GB" sz="1800" dirty="0" err="1">
                <a:latin typeface="Times New Roman"/>
                <a:cs typeface="Times New Roman"/>
              </a:rPr>
              <a:t>operations.It</a:t>
            </a:r>
            <a:r>
              <a:rPr lang="en-GB" sz="1800" dirty="0">
                <a:latin typeface="Times New Roman"/>
                <a:cs typeface="Times New Roman"/>
              </a:rPr>
              <a:t> manages train </a:t>
            </a:r>
            <a:r>
              <a:rPr lang="en-GB" sz="1800" dirty="0" err="1">
                <a:latin typeface="Times New Roman"/>
                <a:cs typeface="Times New Roman"/>
              </a:rPr>
              <a:t>schedules,seat</a:t>
            </a:r>
            <a:r>
              <a:rPr lang="en-GB" sz="1800" dirty="0">
                <a:latin typeface="Times New Roman"/>
                <a:cs typeface="Times New Roman"/>
              </a:rPr>
              <a:t> availability, and passenger </a:t>
            </a:r>
            <a:r>
              <a:rPr lang="en-GB" sz="1800" dirty="0" err="1">
                <a:latin typeface="Times New Roman"/>
                <a:cs typeface="Times New Roman"/>
              </a:rPr>
              <a:t>details.The</a:t>
            </a:r>
            <a:r>
              <a:rPr lang="en-GB" sz="1800" dirty="0">
                <a:latin typeface="Times New Roman"/>
                <a:cs typeface="Times New Roman"/>
              </a:rPr>
              <a:t> system ensures efficient booking and cancellation </a:t>
            </a:r>
            <a:r>
              <a:rPr lang="en-GB" sz="1800" dirty="0" err="1">
                <a:latin typeface="Times New Roman"/>
                <a:cs typeface="Times New Roman"/>
              </a:rPr>
              <a:t>processes.File</a:t>
            </a:r>
            <a:r>
              <a:rPr lang="en-GB" sz="1800" dirty="0">
                <a:latin typeface="Times New Roman"/>
                <a:cs typeface="Times New Roman"/>
              </a:rPr>
              <a:t> handling is used for storing </a:t>
            </a:r>
            <a:r>
              <a:rPr lang="en-GB" sz="1800" dirty="0" err="1">
                <a:latin typeface="Times New Roman"/>
                <a:cs typeface="Times New Roman"/>
              </a:rPr>
              <a:t>data.It</a:t>
            </a:r>
            <a:r>
              <a:rPr lang="en-GB" sz="1800" dirty="0">
                <a:latin typeface="Times New Roman"/>
                <a:cs typeface="Times New Roman"/>
              </a:rPr>
              <a:t> demonstrates OOP </a:t>
            </a:r>
            <a:r>
              <a:rPr lang="en-GB" sz="1800" dirty="0" err="1">
                <a:latin typeface="Times New Roman"/>
                <a:cs typeface="Times New Roman"/>
              </a:rPr>
              <a:t>cocepts</a:t>
            </a:r>
            <a:r>
              <a:rPr lang="en-GB" sz="1800" dirty="0">
                <a:latin typeface="Times New Roman"/>
                <a:cs typeface="Times New Roman"/>
              </a:rPr>
              <a:t> and system design. The system reduces manual workload and improves </a:t>
            </a:r>
            <a:r>
              <a:rPr lang="en-GB" sz="1800" dirty="0" err="1">
                <a:latin typeface="Times New Roman"/>
                <a:cs typeface="Times New Roman"/>
              </a:rPr>
              <a:t>accuracy.It</a:t>
            </a:r>
            <a:r>
              <a:rPr lang="en-GB" sz="1800" dirty="0">
                <a:latin typeface="Times New Roman"/>
                <a:cs typeface="Times New Roman"/>
              </a:rPr>
              <a:t> supports searching for trains and booking tickets. It can be extended with real-time updates and payment </a:t>
            </a:r>
            <a:r>
              <a:rPr lang="en-GB" sz="1800" dirty="0" err="1">
                <a:latin typeface="Times New Roman"/>
                <a:cs typeface="Times New Roman"/>
              </a:rPr>
              <a:t>systems.It</a:t>
            </a:r>
            <a:r>
              <a:rPr lang="en-GB" sz="1800" dirty="0">
                <a:latin typeface="Times New Roman"/>
                <a:cs typeface="Times New Roman"/>
              </a:rPr>
              <a:t> is useful for understanding large-scale reservation </a:t>
            </a:r>
            <a:r>
              <a:rPr lang="en-GB" sz="1800">
                <a:latin typeface="Times New Roman"/>
                <a:cs typeface="Times New Roman"/>
              </a:rPr>
              <a:t>systems. </a:t>
            </a:r>
          </a:p>
        </p:txBody>
      </p:sp>
    </p:spTree>
    <p:extLst>
      <p:ext uri="{BB962C8B-B14F-4D97-AF65-F5344CB8AC3E}">
        <p14:creationId xmlns:p14="http://schemas.microsoft.com/office/powerpoint/2010/main" val="3980320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268E5-E99D-5C65-C2AF-1D86800F4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68354"/>
            <a:ext cx="9404723" cy="984894"/>
          </a:xfrm>
        </p:spPr>
        <p:txBody>
          <a:bodyPr/>
          <a:lstStyle/>
          <a:p>
            <a:r>
              <a:rPr lang="en-GB" sz="4400" dirty="0">
                <a:latin typeface="Times New Roman"/>
                <a:ea typeface="Calibri"/>
                <a:cs typeface="Times New Roman"/>
              </a:rPr>
              <a:t>                   </a:t>
            </a:r>
            <a:r>
              <a:rPr lang="en-GB" sz="4400" u="sng" dirty="0">
                <a:latin typeface="Times New Roman"/>
                <a:ea typeface="Calibri"/>
                <a:cs typeface="Times New Roman"/>
              </a:rPr>
              <a:t> </a:t>
            </a:r>
            <a:r>
              <a:rPr lang="en-GB" sz="4400" u="sng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OBJECTIVES</a:t>
            </a:r>
            <a:endParaRPr lang="en-US" u="sng">
              <a:solidFill>
                <a:schemeClr val="tx1"/>
              </a:solidFill>
              <a:latin typeface="Century Gothic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E89E2-8A88-C954-3E66-3D4FCFAFB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en-GB" sz="1800" dirty="0">
                <a:latin typeface="Times New Roman"/>
                <a:cs typeface="Times New Roman"/>
              </a:rPr>
              <a:t>To simulate railwa</a:t>
            </a:r>
            <a:r>
              <a:rPr lang="en-GB" sz="1800">
                <a:latin typeface="Times New Roman"/>
                <a:cs typeface="Times New Roman"/>
              </a:rPr>
              <a:t>y booking</a:t>
            </a:r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GB" sz="1800" dirty="0">
                <a:latin typeface="Times New Roman"/>
                <a:cs typeface="Times New Roman"/>
              </a:rPr>
              <a:t>To manage train </a:t>
            </a:r>
            <a:r>
              <a:rPr lang="en-GB" sz="1800">
                <a:latin typeface="Times New Roman"/>
                <a:cs typeface="Times New Roman"/>
              </a:rPr>
              <a:t>schedules</a:t>
            </a:r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GB" sz="1800" dirty="0">
                <a:latin typeface="Times New Roman"/>
                <a:cs typeface="Times New Roman"/>
              </a:rPr>
              <a:t>To track seat </a:t>
            </a:r>
            <a:r>
              <a:rPr lang="en-GB" sz="1800">
                <a:latin typeface="Times New Roman"/>
                <a:cs typeface="Times New Roman"/>
              </a:rPr>
              <a:t>availability</a:t>
            </a:r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GB" sz="1800">
                <a:latin typeface="Times New Roman"/>
                <a:cs typeface="Times New Roman"/>
              </a:rPr>
              <a:t>To store passenger data</a:t>
            </a:r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GB" sz="1800" dirty="0">
                <a:latin typeface="Times New Roman"/>
                <a:cs typeface="Times New Roman"/>
              </a:rPr>
              <a:t>To ensure </a:t>
            </a:r>
            <a:r>
              <a:rPr lang="en-GB" sz="1800">
                <a:latin typeface="Times New Roman"/>
                <a:cs typeface="Times New Roman"/>
              </a:rPr>
              <a:t>efficient booking</a:t>
            </a:r>
          </a:p>
        </p:txBody>
      </p:sp>
    </p:spTree>
    <p:extLst>
      <p:ext uri="{BB962C8B-B14F-4D97-AF65-F5344CB8AC3E}">
        <p14:creationId xmlns:p14="http://schemas.microsoft.com/office/powerpoint/2010/main" val="413993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FB7AB-BA94-1974-DAA4-071BF1E80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5616217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GB" sz="3600" dirty="0">
              <a:solidFill>
                <a:srgbClr val="EBEBEB"/>
              </a:solidFill>
              <a:latin typeface="Times New Roman"/>
              <a:cs typeface="Times New Roman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Content Placeholder 3" descr="A flowchart of a train&#10;&#10;AI-generated content may be incorrect.">
            <a:extLst>
              <a:ext uri="{FF2B5EF4-FFF2-40B4-BE49-F238E27FC236}">
                <a16:creationId xmlns:a16="http://schemas.microsoft.com/office/drawing/2014/main" id="{06455B6E-8923-1EC0-246B-3EA30EE0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928" y="647698"/>
            <a:ext cx="2711767" cy="5562601"/>
          </a:xfrm>
          <a:prstGeom prst="rect">
            <a:avLst/>
          </a:prstGeom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CCC1DC-3609-389F-6821-90EE2F261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5616216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SYSTEM DESIGN</a:t>
            </a:r>
          </a:p>
          <a:p>
            <a:pPr marL="0" indent="0">
              <a:buNone/>
            </a:pPr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(FLOWCHART /</a:t>
            </a:r>
          </a:p>
          <a:p>
            <a:pPr marL="0" indent="0">
              <a:buNone/>
            </a:pPr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               ALGORITHM)</a:t>
            </a:r>
            <a:endParaRPr lang="en-US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8043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9DF4-DE17-B369-6946-0F25E3C0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>
                <a:latin typeface="Times New Roman"/>
                <a:ea typeface="Calibri"/>
                <a:cs typeface="Times New Roman"/>
              </a:rPr>
              <a:t>               IMPLEMENTATION</a:t>
            </a:r>
            <a:endParaRPr lang="en-GB" sz="44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2F03A-970A-BD80-14F3-92A68157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1800">
                <a:latin typeface="Times New Roman"/>
                <a:ea typeface="Calibri"/>
                <a:cs typeface="Times New Roman"/>
              </a:rPr>
              <a:t>FRONTEND: console / Terminal interface</a:t>
            </a:r>
            <a:endParaRPr lang="en-US"/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Calibri"/>
                <a:cs typeface="Times New Roman"/>
              </a:rPr>
              <a:t>BACKEND: classes, file handling, booking / cancel </a:t>
            </a:r>
            <a:r>
              <a:rPr lang="en-GB" sz="1800">
                <a:latin typeface="Times New Roman"/>
                <a:ea typeface="Calibri"/>
                <a:cs typeface="Times New Roman"/>
              </a:rPr>
              <a:t>logic</a:t>
            </a:r>
            <a:endParaRPr lang="en-GB" sz="1800" dirty="0">
              <a:latin typeface="Times New Roman"/>
              <a:ea typeface="Calibri"/>
              <a:cs typeface="Times New Roman"/>
            </a:endParaRPr>
          </a:p>
          <a:p>
            <a:pPr marL="0" indent="0">
              <a:buClr>
                <a:srgbClr val="8AD0D6"/>
              </a:buClr>
              <a:buNone/>
            </a:pPr>
            <a:r>
              <a:rPr lang="en-GB" sz="1800">
                <a:latin typeface="Times New Roman"/>
                <a:ea typeface="Calibri"/>
                <a:cs typeface="Times New Roman"/>
              </a:rPr>
              <a:t>1.ADD TRAIN:                                                                        2.DISPLAY TRAIN:</a:t>
            </a:r>
            <a:endParaRPr lang="en-GB" sz="18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Calibri"/>
                <a:cs typeface="Times New Roman"/>
              </a:rPr>
              <a:t>                                                                                                                                                        </a:t>
            </a:r>
            <a:r>
              <a:rPr lang="en-GB" sz="1800" dirty="0">
                <a:latin typeface="Century Gothic"/>
                <a:ea typeface="Calibri"/>
                <a:cs typeface="Times New Roman"/>
              </a:rPr>
              <a:t> </a:t>
            </a:r>
          </a:p>
          <a:p>
            <a:pPr marL="0" indent="0">
              <a:buNone/>
            </a:pPr>
            <a:endParaRPr lang="en-GB" sz="18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GB" sz="18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GB" sz="18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GB" sz="18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GB" sz="18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ea typeface="Calibri"/>
                <a:cs typeface="Times New Roman"/>
              </a:rPr>
              <a:t>                                                                             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8E3DCA8-9C20-A58B-D35B-3F53205D3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961" y="3291853"/>
            <a:ext cx="3006964" cy="3413961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5A99945-2E66-F4AD-6BD7-68E6A9692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146" y="3295246"/>
            <a:ext cx="3041842" cy="340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9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EFE5-8773-57EE-98C4-18070466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>
                <a:latin typeface="Times New Roman"/>
                <a:cs typeface="Times New Roman"/>
              </a:rPr>
              <a:t>3.BOOK TICKET:                                                          4.CANCEL TICKET:</a:t>
            </a:r>
            <a:br>
              <a:rPr lang="en-GB" sz="1800" dirty="0">
                <a:latin typeface="Times New Roman"/>
                <a:cs typeface="Times New Roman"/>
              </a:rPr>
            </a:br>
            <a:r>
              <a:rPr lang="en-GB" sz="1800" dirty="0">
                <a:latin typeface="Times New Roman"/>
                <a:cs typeface="Times New Roman"/>
              </a:rPr>
              <a:t>                                                                                          </a:t>
            </a:r>
            <a:br>
              <a:rPr lang="en-GB" sz="1800" dirty="0">
                <a:latin typeface="Times New Roman"/>
                <a:cs typeface="Times New Roman"/>
              </a:rPr>
            </a:br>
            <a:r>
              <a:rPr lang="en-GB" sz="1800" dirty="0">
                <a:latin typeface="Times New Roman"/>
                <a:cs typeface="Times New Roman"/>
              </a:rPr>
              <a:t>                                                                                          </a:t>
            </a:r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157E3FB-9DBF-EE4E-6D01-17E5F7772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026" y="1308847"/>
            <a:ext cx="3689890" cy="4377876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0DDA0A1-E9D9-6C6F-DED9-6BF2168C9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369" y="1306045"/>
            <a:ext cx="3676650" cy="438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76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1580-33F7-4947-10E6-BA3D3CB2A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>
                <a:latin typeface="Times New Roman"/>
                <a:cs typeface="Times New Roman"/>
              </a:rPr>
              <a:t>5.DISPLAY PASSENGER:                                                                6.EXIT:</a:t>
            </a:r>
            <a:br>
              <a:rPr lang="en-GB" sz="1800" dirty="0">
                <a:latin typeface="Times New Roman"/>
                <a:cs typeface="Times New Roman"/>
              </a:rPr>
            </a:br>
            <a:r>
              <a:rPr lang="en-GB" sz="1800" dirty="0">
                <a:latin typeface="Times New Roman"/>
                <a:cs typeface="Times New Roman"/>
              </a:rPr>
              <a:t>                                                                                                                </a:t>
            </a:r>
            <a:br>
              <a:rPr lang="en-GB" sz="1800" dirty="0">
                <a:latin typeface="Times New Roman"/>
                <a:cs typeface="Times New Roman"/>
              </a:rPr>
            </a:br>
            <a:r>
              <a:rPr lang="en-GB" sz="1800" dirty="0">
                <a:latin typeface="Times New Roman"/>
                <a:cs typeface="Times New Roman"/>
              </a:rPr>
              <a:t>                                                                                                          </a:t>
            </a:r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796E7E6-6564-92DF-89F2-4F697B7C9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184" y="1326777"/>
            <a:ext cx="3611535" cy="4441841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1D8D262-3293-9583-775A-34A4CA26E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500" y="1324255"/>
            <a:ext cx="3800383" cy="444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14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A3F2-E94B-5520-D42C-2A63C7EF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>
                <a:latin typeface="Times New Roman"/>
                <a:cs typeface="Times New Roman"/>
              </a:rPr>
              <a:t>          RESULTS AND DISCUSSION</a:t>
            </a:r>
            <a:endParaRPr lang="en-GB" sz="4000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ED2B6-E3E3-CEEB-5199-C6C26E0C0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GB" dirty="0">
                <a:latin typeface="Times New Roman"/>
                <a:ea typeface="SimSun"/>
                <a:cs typeface="Times New Roman"/>
              </a:rPr>
              <a:t>Successfully performs the main railway operations such as displaying available trains, </a:t>
            </a:r>
            <a:r>
              <a:rPr lang="en-GB">
                <a:latin typeface="Times New Roman"/>
                <a:ea typeface="SimSun"/>
                <a:cs typeface="Times New Roman"/>
              </a:rPr>
              <a:t>booking tickets, generating passenger ticket, cancelling tickets.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GB" dirty="0">
                <a:latin typeface="Times New Roman"/>
                <a:ea typeface="SimSun"/>
                <a:cs typeface="Times New Roman"/>
              </a:rPr>
              <a:t>The system reduces manual work and gives fast results th</a:t>
            </a:r>
            <a:r>
              <a:rPr lang="en-GB">
                <a:latin typeface="Times New Roman"/>
                <a:ea typeface="SimSun"/>
                <a:cs typeface="Times New Roman"/>
              </a:rPr>
              <a:t>rough a menu-driven interface.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GB" dirty="0">
                <a:latin typeface="Times New Roman"/>
                <a:ea typeface="SimSun"/>
                <a:cs typeface="Times New Roman"/>
              </a:rPr>
              <a:t>The use of OOPs makes the code modular and ea</a:t>
            </a:r>
            <a:r>
              <a:rPr lang="en-GB">
                <a:latin typeface="Times New Roman"/>
                <a:ea typeface="SimSun"/>
                <a:cs typeface="Times New Roman"/>
              </a:rPr>
              <a:t>sy to understand.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GB" dirty="0">
                <a:latin typeface="Times New Roman"/>
                <a:ea typeface="SimSun"/>
                <a:cs typeface="Times New Roman"/>
              </a:rPr>
              <a:t>The system stores train and passenger data usin</a:t>
            </a:r>
            <a:r>
              <a:rPr lang="en-GB">
                <a:latin typeface="Times New Roman"/>
                <a:ea typeface="SimSun"/>
                <a:cs typeface="Times New Roman"/>
              </a:rPr>
              <a:t>g binary file handling.</a:t>
            </a:r>
            <a:endParaRPr lang="en-GB" dirty="0">
              <a:latin typeface="Times New Roman"/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9783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08177-05C8-B5FA-1EBE-254754254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>
                <a:latin typeface="Times New Roman"/>
                <a:ea typeface="SimSun"/>
                <a:cs typeface="Times New Roman"/>
              </a:rPr>
              <a:t>                      CONCLUSION</a:t>
            </a:r>
            <a:endParaRPr lang="en-GB" sz="4000" dirty="0">
              <a:latin typeface="Times New Roman"/>
              <a:ea typeface="SimSu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1B90F-EE04-7799-D173-6CDEE3AD7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GB" dirty="0">
                <a:latin typeface="Times New Roman"/>
                <a:ea typeface="Calibri"/>
                <a:cs typeface="Times New Roman"/>
              </a:rPr>
              <a:t>The railway reservation system </a:t>
            </a:r>
            <a:r>
              <a:rPr lang="en-GB">
                <a:latin typeface="Times New Roman"/>
                <a:ea typeface="Calibri"/>
                <a:cs typeface="Times New Roman"/>
              </a:rPr>
              <a:t>efficiently automates basic railway operations.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GB" dirty="0" err="1">
                <a:latin typeface="Times New Roman"/>
                <a:ea typeface="Calibri"/>
                <a:cs typeface="Times New Roman"/>
              </a:rPr>
              <a:t>It</a:t>
            </a:r>
            <a:r>
              <a:rPr lang="en-GB" dirty="0">
                <a:latin typeface="Times New Roman"/>
                <a:ea typeface="Calibri"/>
                <a:cs typeface="Times New Roman"/>
              </a:rPr>
              <a:t> demonstrates the combined use of OOPs concepts and file handling to store and manage data permanently.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GB" dirty="0">
                <a:latin typeface="Times New Roman"/>
                <a:ea typeface="Calibri"/>
                <a:cs typeface="Times New Roman"/>
              </a:rPr>
              <a:t>Future scope: online payments integration, database connectivity, GUI or web application interface.</a:t>
            </a:r>
          </a:p>
        </p:txBody>
      </p:sp>
    </p:spTree>
    <p:extLst>
      <p:ext uri="{BB962C8B-B14F-4D97-AF65-F5344CB8AC3E}">
        <p14:creationId xmlns:p14="http://schemas.microsoft.com/office/powerpoint/2010/main" val="3266800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Ion</vt:lpstr>
      <vt:lpstr>Railway Reservation System</vt:lpstr>
      <vt:lpstr>        PROBLEM STATEMENT</vt:lpstr>
      <vt:lpstr>                    OBJECTIVES</vt:lpstr>
      <vt:lpstr>PowerPoint Presentation</vt:lpstr>
      <vt:lpstr>               IMPLEMENTATION</vt:lpstr>
      <vt:lpstr>3.BOOK TICKET:                                                          4.CANCEL TICKET:                                                                                                                                                                                      </vt:lpstr>
      <vt:lpstr>5.DISPLAY PASSENGER:                                                                6.EXIT:                                                                                                                                                                                                                            </vt:lpstr>
      <vt:lpstr>          RESULTS AND DISCUSSION</vt:lpstr>
      <vt:lpstr>                     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759</cp:revision>
  <dcterms:created xsi:type="dcterms:W3CDTF">2026-04-21T15:53:42Z</dcterms:created>
  <dcterms:modified xsi:type="dcterms:W3CDTF">2026-04-30T09:03:54Z</dcterms:modified>
</cp:coreProperties>
</file>